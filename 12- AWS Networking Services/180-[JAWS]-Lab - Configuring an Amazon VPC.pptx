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69" r:id="rId14"/>
    <p:sldId id="272" r:id="rId15"/>
    <p:sldId id="273" r:id="rId16"/>
    <p:sldId id="274" r:id="rId17"/>
    <p:sldId id="275" r:id="rId18"/>
    <p:sldId id="276" r:id="rId19"/>
    <p:sldId id="278" r:id="rId20"/>
    <p:sldId id="279" r:id="rId2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96E585-7CA0-494D-B09A-AE73040239A0}" v="292" dt="2025-12-29T16:57:26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180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0F45B5-9BA3-5A61-679E-65838C0B1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9" t="15756" r="5313" b="5882"/>
          <a:stretch>
            <a:fillRect/>
          </a:stretch>
        </p:blipFill>
        <p:spPr>
          <a:xfrm>
            <a:off x="690113" y="734918"/>
            <a:ext cx="10867742" cy="537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FAD5-9CA3-96F4-4F05-226A30C6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10CEF3-F9CC-DAB6-7E70-E6E768253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2" t="10435" r="19" b="3710"/>
          <a:stretch>
            <a:fillRect/>
          </a:stretch>
        </p:blipFill>
        <p:spPr>
          <a:xfrm>
            <a:off x="357199" y="186607"/>
            <a:ext cx="11837066" cy="666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05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E525-3EF6-4190-3159-2CB63602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252953"/>
            <a:ext cx="10515600" cy="54662"/>
          </a:xfrm>
        </p:spPr>
        <p:txBody>
          <a:bodyPr>
            <a:normAutofit fontScale="90000"/>
          </a:bodyPr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8416CC-C4BC-5720-A0CA-33459BA95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506" r="149" b="6582"/>
          <a:stretch>
            <a:fillRect/>
          </a:stretch>
        </p:blipFill>
        <p:spPr>
          <a:xfrm>
            <a:off x="371577" y="833588"/>
            <a:ext cx="11492000" cy="577605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842437-EF88-65F1-FA90-26DA71E98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6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BBA7-B524-E04D-CE82-CE640EFA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4D6694-FACB-BD7E-4A12-D7B8C0C83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634" t="20607" r="-4512" b="11400"/>
          <a:stretch>
            <a:fillRect/>
          </a:stretch>
        </p:blipFill>
        <p:spPr>
          <a:xfrm>
            <a:off x="12142" y="508022"/>
            <a:ext cx="12182109" cy="615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1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7BBB-4BC5-D835-21C4-0A4CE12E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CA983D-9F2B-FAF0-5DF4-1CF07A7F6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361" r="121" b="5367"/>
          <a:stretch>
            <a:fillRect/>
          </a:stretch>
        </p:blipFill>
        <p:spPr>
          <a:xfrm>
            <a:off x="12143" y="227353"/>
            <a:ext cx="12182112" cy="663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E187-626A-A6E6-BF07-90150E700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F247BE-683C-87DF-C816-BDE316BF9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208" t="17960" r="118" b="5287"/>
          <a:stretch>
            <a:fillRect/>
          </a:stretch>
        </p:blipFill>
        <p:spPr>
          <a:xfrm>
            <a:off x="1142" y="359136"/>
            <a:ext cx="12193102" cy="648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2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666A0-652C-B3E3-55F3-45866B6B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943DC4-6E2F-4959-A9F0-2C48A5BEE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41" t="23884" r="-422" b="5357"/>
          <a:stretch>
            <a:fillRect/>
          </a:stretch>
        </p:blipFill>
        <p:spPr>
          <a:xfrm>
            <a:off x="127161" y="373514"/>
            <a:ext cx="12067090" cy="633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4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C825-4C68-1EBF-3A8A-6B3060AF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C4CE27-43E7-6F2E-4793-4112D07CC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642" r="123" b="5212"/>
          <a:stretch>
            <a:fillRect/>
          </a:stretch>
        </p:blipFill>
        <p:spPr>
          <a:xfrm>
            <a:off x="270935" y="360533"/>
            <a:ext cx="11923317" cy="648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10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D028-024E-4EF8-1FAC-4A004956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ED9FA7-0EF6-1DD1-F93F-41E2AF290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8594" r="123" b="5669"/>
          <a:stretch>
            <a:fillRect/>
          </a:stretch>
        </p:blipFill>
        <p:spPr>
          <a:xfrm>
            <a:off x="199049" y="359135"/>
            <a:ext cx="11995203" cy="633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3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3756-0069-EFFF-7586-BAA9E86BD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BA289B-3386-218B-7400-5DF6642A6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829" r="122" b="5264"/>
          <a:stretch>
            <a:fillRect/>
          </a:stretch>
        </p:blipFill>
        <p:spPr>
          <a:xfrm>
            <a:off x="12143" y="536776"/>
            <a:ext cx="11966443" cy="619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53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8C74-265D-B3B6-7EE0-7ECCE4BA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442831-FB64-F2FD-F8CD-644A47693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588" r="120" b="5061"/>
          <a:stretch>
            <a:fillRect/>
          </a:stretch>
        </p:blipFill>
        <p:spPr>
          <a:xfrm>
            <a:off x="12143" y="359136"/>
            <a:ext cx="12182108" cy="650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04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B4D4-0825-537F-96B1-DCA3D90C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AF0A7F-EECC-E2EF-3882-7D892D621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118" r="123" b="4930"/>
          <a:stretch>
            <a:fillRect/>
          </a:stretch>
        </p:blipFill>
        <p:spPr>
          <a:xfrm>
            <a:off x="256558" y="359136"/>
            <a:ext cx="11937700" cy="634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03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AC99-25D5-91F5-1A95-99D263E5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835A17-85DE-66F4-0C78-76BC09E4F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472" r="186" b="3300"/>
          <a:stretch>
            <a:fillRect/>
          </a:stretch>
        </p:blipFill>
        <p:spPr>
          <a:xfrm>
            <a:off x="256558" y="603550"/>
            <a:ext cx="11937697" cy="625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30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3165-4AFA-902C-6006-31FDF053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433F3E-4BEA-AF87-D623-9C4AD42A6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8455" r="122" b="3291"/>
          <a:stretch>
            <a:fillRect/>
          </a:stretch>
        </p:blipFill>
        <p:spPr>
          <a:xfrm>
            <a:off x="155916" y="359136"/>
            <a:ext cx="12038331" cy="650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15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1B35-AE89-51B5-84EF-B508252A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9BF0F7-95BA-146C-AB28-0B3AF8F0B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3521" t="20954" r="122" b="6335"/>
          <a:stretch>
            <a:fillRect/>
          </a:stretch>
        </p:blipFill>
        <p:spPr>
          <a:xfrm>
            <a:off x="79" y="698704"/>
            <a:ext cx="12193823" cy="59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77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2F50-0B18-046A-9F27-40F13E0D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E11651-1232-53A2-5134-A92D2F3C1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466" r="122" b="5547"/>
          <a:stretch>
            <a:fillRect/>
          </a:stretch>
        </p:blipFill>
        <p:spPr>
          <a:xfrm>
            <a:off x="12143" y="360532"/>
            <a:ext cx="12182103" cy="649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92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1C697-8997-720B-9DC9-3FA66F79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9E9456-ACD4-EF5E-A421-0EF6950E3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472" r="186" b="5280"/>
          <a:stretch>
            <a:fillRect/>
          </a:stretch>
        </p:blipFill>
        <p:spPr>
          <a:xfrm>
            <a:off x="-2235" y="373512"/>
            <a:ext cx="11995207" cy="648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440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55F5-5016-1210-222D-DEA11F56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5565F0-247F-A971-EB34-D7B9C3885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492" r="186" b="5280"/>
          <a:stretch>
            <a:fillRect/>
          </a:stretch>
        </p:blipFill>
        <p:spPr>
          <a:xfrm>
            <a:off x="155916" y="560418"/>
            <a:ext cx="12369019" cy="614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4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95410-DA10-5387-ED10-CEE7A2ED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E699D0-EE95-0587-4881-FE12C43EE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822" r="186" b="6931"/>
          <a:stretch>
            <a:fillRect/>
          </a:stretch>
        </p:blipFill>
        <p:spPr>
          <a:xfrm>
            <a:off x="342822" y="661059"/>
            <a:ext cx="11851434" cy="606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00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24A92-8CD5-D644-B447-28CB262E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4716A9-36EF-D8F2-0542-F61CF6914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8812" r="186" b="6931"/>
          <a:stretch>
            <a:fillRect/>
          </a:stretch>
        </p:blipFill>
        <p:spPr>
          <a:xfrm>
            <a:off x="141539" y="617927"/>
            <a:ext cx="12052716" cy="623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7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180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168</cp:revision>
  <dcterms:created xsi:type="dcterms:W3CDTF">2025-12-29T16:25:03Z</dcterms:created>
  <dcterms:modified xsi:type="dcterms:W3CDTF">2025-12-29T16:58:34Z</dcterms:modified>
</cp:coreProperties>
</file>