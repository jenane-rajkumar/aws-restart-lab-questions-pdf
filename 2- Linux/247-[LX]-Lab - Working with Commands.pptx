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3FD1A-6A6C-9814-D626-84BE94E21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BB744-6E98-1F1F-AFAD-0B76707D9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7D24D-6818-95D2-6026-AD147714C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4A3F-858A-4D52-B4B1-2E32F4316867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604EE-29B8-4D0E-524D-CCA7C5E5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77781-520A-19EB-F8CA-1987EAEF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9C73-D9F8-475E-BE19-9843C62D65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22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0891-9242-665A-FB3B-EDDBB9787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1E65F-E23A-3D7A-E42A-F3E1738FF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B7949-8A9E-A7BB-376E-15B13B87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4A3F-858A-4D52-B4B1-2E32F4316867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25C22-8182-EB78-5ECA-130850D46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990D7-FE31-CBCA-C127-C6BF3E70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9C73-D9F8-475E-BE19-9843C62D65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261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3A4BC-4A5D-4AB1-19EF-BF4996C9E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8572-D8EB-1EDC-E5D5-19A3492A5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2A75E-0F7B-5041-5474-22738E4D4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4A3F-858A-4D52-B4B1-2E32F4316867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EADE6-3089-84DA-74F6-CBB35825C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455AB-1A25-0A73-CA77-BA853B8B9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9C73-D9F8-475E-BE19-9843C62D65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013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7EEE-4F39-27AD-0CD7-8D048368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A8360-62EF-8CAE-9214-87D8FE6550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82676-270D-98A4-5070-DD61E1499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9299B-C424-B2E2-6BE4-78C2FA4E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4A3F-858A-4D52-B4B1-2E32F4316867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47709-6427-C654-4A73-FD329BDE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74458-4098-4BC0-45FE-081080358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9C73-D9F8-475E-BE19-9843C62D65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86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71D2-E934-673C-1D7C-78E4E9863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3B230-3AF4-71A3-9F70-DD1401E98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66ED3-703F-7C04-AE03-554973ECC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328E48-3FD4-43B9-8BF5-CE12FAA70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9E5DD8-6E81-E47F-D284-B1CC421234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CFF7AD-4A75-4528-2001-78659D9C0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4A3F-858A-4D52-B4B1-2E32F4316867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D51CAC-78BE-AF32-EE7B-4CFA3F958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08948-1CA9-C95E-5044-4C101392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9C73-D9F8-475E-BE19-9843C62D65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87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5984-5D8B-0C99-3E81-00439797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AD2C80-6FA7-36B7-C706-02BA660B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4A3F-858A-4D52-B4B1-2E32F4316867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64ACA-91C0-4677-FD83-59A4ACCD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F5F2F-D395-6448-9857-60CA8AEC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9C73-D9F8-475E-BE19-9843C62D65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50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C2D1F-0A2B-1F9B-85AE-D997B00EA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4A3F-858A-4D52-B4B1-2E32F4316867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BBCE6-A3AD-28FF-8A94-00E4FEAC6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A4E00-F682-906F-ED73-2BAE108D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9C73-D9F8-475E-BE19-9843C62D65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202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02CED-D80B-D27B-4C9B-AFFC4585C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E0F21-8D1C-A25B-0A8C-F01E6ECEE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09C86B-C7E7-193C-6871-3CD18E272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4846F-CF47-D678-95F3-45325660A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4A3F-858A-4D52-B4B1-2E32F4316867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9E653-D0DF-AF7B-2213-1D151746C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E1656-EB1C-2841-875E-B1AA43EE1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9C73-D9F8-475E-BE19-9843C62D65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96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BAE3-F240-39C0-8417-F7C8B7B78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51D01-DD57-DB0F-2D74-826FC93D0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0A850-F544-1663-B09E-1CDEC4C84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E212C-545E-06CF-481F-07E116F2A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4A3F-858A-4D52-B4B1-2E32F4316867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C717A-1FB2-295D-88A3-1E9448EE7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54D09-11CC-739A-20F7-A24A19633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9C73-D9F8-475E-BE19-9843C62D65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743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4ED44-5998-8A89-FFCC-B9D90C04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884D5-0EA2-3C5D-6436-CF4DDFE89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BABE4-7DBE-1BCF-C825-138189D18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4A3F-858A-4D52-B4B1-2E32F4316867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FBFA7-8E7D-9A59-F8BA-BB698197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C6F51-FD5D-35C5-5BBD-6D2CE4405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9C73-D9F8-475E-BE19-9843C62D65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722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8600A0-568C-3513-987F-FF3420B01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B41B3-D643-DA28-8B84-F47BC9A77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B37C6-0159-AE11-BEB2-120A6D30D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4A3F-858A-4D52-B4B1-2E32F4316867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24B4E-CE7C-48EE-A2AA-72C67FF54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5BC0B-0925-C3EE-5027-1AB4C1C0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9C73-D9F8-475E-BE19-9843C62D65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303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15AEB0-F8EF-F94C-64F4-41451D7D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F3BDC-0AAE-08D5-96CF-2053DD427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54386-3621-B9C2-92F6-37919844F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44A3F-858A-4D52-B4B1-2E32F4316867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8DEFE-489D-9D51-0CD8-294459CD4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0DD43-BCEC-8A9F-773D-F8C1C0474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49C73-D9F8-475E-BE19-9843C62D65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259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5A90-7760-F787-4D4D-A6FA01954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00E55-EEFA-CDFF-4763-8B53D9B26E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0EED2-072B-0FDA-D34B-E20C2EE3D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00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296DF-14E6-23CE-E990-E6905400A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B29C5-673C-DF27-5407-5424ED9AD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5AE080-B931-645B-26EB-BB99FF44A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06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3B5F-2940-9A7C-AEE2-01F82A0B7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103EC-5140-B4C6-5244-48B89D97B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E37E3A-B268-32C9-5F42-6F29BF47B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1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F6A9-AF2B-DD2D-6313-02CB385D7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679C8-6C14-EB5A-A98B-8740FF9A2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F1F3D-9065-A6F6-8217-BCD43C7B1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57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E0BA-9F66-4051-3C53-B7D0C8C5C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651DF-A59A-7E24-8D90-5C5DD4406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3C321-107C-F9C1-9464-A9A7CD30B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83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38A0-9647-335B-76A7-9AC2AD17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060DE-825F-E8C4-0555-52C66FB49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4F5D5F-E4F5-B014-987D-059FC1AB8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09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C45E-2B0B-5211-DDF4-61ED01F7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588E2-5C6F-BB99-86FA-13054177D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BEA12-CF92-333D-8664-49968D0E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479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F03DB-BA8C-3E45-8DDA-FD6CBCAD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87746-5055-ADCE-4EF8-7C8078846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E4C9E-1311-2FAE-610F-A68B00934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15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1DBF-B633-E9E1-0CFD-E269BC53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34B18-0C3C-5F94-C328-89A20BF02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AFA8D3-6110-9ED6-67C1-A13EF822F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19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5C2B-8694-7B43-D211-098C52D6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D42F9-2F04-DDCE-9DF0-849863462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FAEEC-4099-079D-EF76-4B7770C02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52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730EA-4383-CD0F-2A13-F7590E240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074CA-F9B9-CC15-94AC-9E7800DBF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FC23E-5064-C2F1-293E-53B149975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56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DE439-0310-2F44-AFB3-EABE0F3BB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72391-7BEE-F645-06A6-58570A04D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0AC564-01DA-2943-A913-B4551AA9D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88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D7159-7533-F213-55F9-CB3803E09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DA5EC-9653-C7BD-7ECE-2E6E45C99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113F30-FC52-B600-D3D0-0F9E594AC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BHUVANESWARI D</dc:creator>
  <cp:lastModifiedBy>BHUVANESWARI D</cp:lastModifiedBy>
  <cp:revision>7</cp:revision>
  <dcterms:created xsi:type="dcterms:W3CDTF">2025-12-30T05:38:57Z</dcterms:created>
  <dcterms:modified xsi:type="dcterms:W3CDTF">2025-12-30T05:46:56Z</dcterms:modified>
</cp:coreProperties>
</file>