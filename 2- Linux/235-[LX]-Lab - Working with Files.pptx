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4E1B-FDCB-52F7-D0CD-0DC88D554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E2E61-9B53-3792-60BD-4343C1F88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E7208-7DB3-F38B-480D-06AE32B8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C444E-9797-C4B8-BCDC-57296B76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04968-BFBF-347D-2BB2-7D648E86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71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AEA3-653D-AE35-07F4-EBF3DE35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EB88D-9FC8-E862-04FF-F824BB64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92101-40ED-B024-B815-EA88947E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FCEBB-FC7C-4F57-4BB2-1200BD3A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42928-16A9-9797-1BA5-A97461F4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5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71D0-4471-284A-9059-09B9C1CA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56DDF-101F-9F52-08B4-2F4971196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34B67-53BD-3FA9-1934-6AADDEE8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05484-B46F-601C-85A0-E50032D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9606-2A79-8759-5471-25ED58F8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39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7D78-890C-D46F-070C-A286F487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5EE1-DBEA-E75A-552A-F9C3AB859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DF175-9E91-A74A-BC25-DB3138AB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91BD7-0A1C-A457-FB09-4B5BF46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22CAF-3A38-14F9-E1F4-8E2B3927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AEBE7-9031-9881-A8FA-A6193E64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35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E528-972E-B5ED-8AC9-CE220A46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8D5CC-30B2-5591-75AD-CC12C6F1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922A3-034B-FE37-3FAE-DC00F5356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36DA-FF0F-721C-EF92-5A3ACDD45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76A42-3B20-3AF5-C9F0-3063AD52C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E1554-3150-9E64-8A53-04870C72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1EF8DB-61AF-0D88-BDB4-3B111506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5A0C9-28BD-59E7-595A-2B805C89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40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3C44-7512-668E-66B3-949D8F48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EA12B-1C49-4E2B-6DE2-68A6DBF9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848A8-398E-5495-E3FA-ACBEAA5C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F35-0C5B-5957-19AA-084F1E88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90DBE-6583-7D97-C8FE-EE20727C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14172-BA17-3B82-C13C-0B3AEB77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C7E09-4A47-F100-10AE-15C052AD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0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10DF-4D48-3AAD-0694-0336401C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208-47AC-26F4-116A-57C161CFA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82415-B93D-FDFA-F3FD-F7DECCD61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A9B8E-DA15-08E6-1838-BD8A4040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CA503-9837-CDA9-783F-03C979C4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C0A25-9889-B45F-A275-6B53B0B1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56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7C03-5BE1-7226-1964-47BCDEF5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7F67B-7EAE-86F0-F335-75645A52E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A27EE-CA80-C57A-0997-3545FE362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F7758-9D6E-AD49-53D9-C7E13879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362F0-E5A3-3168-FEEE-C193C3DD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69238-AAE7-1884-3ADB-5B6CE10C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92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A2E0-92A8-C91A-6EDA-B77C6686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6A0BC-C35E-6712-4C75-796416410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6D6E-4E84-61AA-C84A-395470A4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99DD-7E26-177F-6F83-76EFCA03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2089-2A54-9A55-1C38-D27700A5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86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C2424-C8D4-A4A9-0666-187F34166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AEF8C-2859-E5C2-BAAA-56344FDC4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E9479-4355-15B7-1D15-E559A16A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121E2-447C-56E6-D87E-17DDEC5D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0088-3AE4-A6C1-C307-29E06367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2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C7D86-FA95-3DB1-B539-45F482F2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D84D6-2E0F-84A5-23A6-ED44DB74C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AFF9D-84E8-4ADC-BD25-01B8A5E5E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06327-3560-47DF-90F7-FED00824DB06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180C-0C20-0088-284E-FB7A0368C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CAF76-E34C-041B-B0D5-A1B910376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32F8D-A8F1-4F8F-B888-F3D10870D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76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009E-679E-F450-A6C0-442F996FF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01F11-B1C7-D7B5-85DF-83AB5035C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1EEA9-2D2E-28AE-BDCB-BBC380A33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8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1A01-CFF4-8EB2-625B-2C439757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19C4-0546-0346-B88F-2B64C2E5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EC85A-2CC4-012E-FCAB-5E841BBF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3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C689-E95A-89FE-629C-F7B9BFE7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01F7-EDF0-84BA-7534-8023AEEE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F01EA-7612-5D66-D84D-A9879A9D2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99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6790-30D0-B2E8-DD48-527A4A20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409B9-8C2F-CABC-E77E-C96D4AF01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F610E-43E5-0BB3-E21C-E986B647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5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DC05-176C-AFA6-A48B-601CD928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D539-20C4-51A3-59B4-25F17C531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94F4E-B0E0-50C2-B65F-7292FDF8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4951-E574-0AA7-F2FF-500582F9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F493C-92A6-9F42-CF17-6B5A8729B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C2737-40D0-6D8F-973C-3DDEB387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1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5F3C-A23B-2171-EC3B-4375C61F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E8B63-2FC2-809F-8955-B428BCFF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4620-1EA3-05BA-4FBE-372FBF4DF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7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0B3C-5E5B-3A8C-5772-A3EB7EDA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ACE1B-6612-1996-2AD9-0DE1C190A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914D6-7D65-CFD0-6F0A-70620EA2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11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ED0A-09DB-C697-F36E-3FC72039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EFD2D-2AEB-5BC9-52EB-D08C3730B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093C4-B198-AA0B-8823-F90CA3C3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0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8FF9-A21E-F54A-0534-E43B92C5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E4890-997A-94A3-7D43-B7A422282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BC50C-4D58-4DC1-6B4E-AD95FF14C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5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07C6-E3AB-1F0C-671D-A76F6F49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F79A-9F0E-2983-E61C-B046F1A72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27C94-528F-0AEF-5206-9D6A59A9B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6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4535-F85D-00E0-9146-461A2B1B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B3CD-29DD-D7F4-B025-2316185F1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422358-22A5-7BBD-F969-B399B284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0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E519-6578-5BBC-4C22-4EFA8A64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0432-3608-6317-62DF-09098B06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9E98D-1937-3CE1-76AC-22400A2AA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32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2BAA-589C-D5FA-845E-E611700C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8A1D-E80A-5122-6DDE-7B422FD6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03E28-9884-E2F1-F0A6-ACCF6AA7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93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FDEC-EB0B-8474-9DB4-9DA0E42B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2A88-2162-5CCF-3272-9059FB00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029B-5B0F-B294-DB69-84C20CBE9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3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A2D3-DB3A-AB59-364B-1603D17C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0E08-FC3F-9833-6F70-0BF51C60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0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53A7-0F9C-F98F-F989-1CA95A4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25651-DC9E-0F08-50C9-CC1438D59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5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0462-4C6C-52C1-BD5A-F15D5BE7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7777-F321-05A2-C747-655148720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36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5E19-C181-E713-59C9-7DFBFA33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F6DA-E845-B559-575B-7397C739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1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7</cp:revision>
  <dcterms:created xsi:type="dcterms:W3CDTF">2025-12-30T05:16:37Z</dcterms:created>
  <dcterms:modified xsi:type="dcterms:W3CDTF">2025-12-30T05:28:36Z</dcterms:modified>
</cp:coreProperties>
</file>