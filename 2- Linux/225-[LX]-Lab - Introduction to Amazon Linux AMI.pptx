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9A8B5-8C54-9D46-2178-4B34BCBA0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BC4187-BF24-E710-96FD-3765497C0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2B3D0-0D13-99BC-8F87-A06F8B537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41633-8EA1-4DF8-87D9-011EFC5AC4F8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624DF-6514-1C3C-B067-CA0611D7D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D99343-E498-A410-2AD2-42060C4D5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BC15-03C9-4AE6-B5D9-312B1B254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667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16BA-8D48-3BD6-F4DB-22F3A034B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48019-AADE-41FB-81B4-36D9F739C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3D9A4-0791-48BC-7CDE-9986A8045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41633-8EA1-4DF8-87D9-011EFC5AC4F8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5D054E-48B8-EEBA-3239-C7CA6161C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7D2A6-A1F9-453E-E877-6D9A786D0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BC15-03C9-4AE6-B5D9-312B1B254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929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AE5E8-9283-0B2E-AF1F-A798DF3E4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5D8D45-D07D-BA8A-C32B-E7B2E532D1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DC7ACE-F0EA-9E9D-2DEF-F2BF3C92C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41633-8EA1-4DF8-87D9-011EFC5AC4F8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2CD34-843B-7761-3599-C47F73EE2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A76E3-5DBB-CDCA-A8D6-37A39ACF6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BC15-03C9-4AE6-B5D9-312B1B254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701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4A5C7-B585-33A4-CDBC-3F7634A9F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8F14-B30B-2AE5-B6FA-E0EED8352F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1B558-890F-9C16-3711-2983AD763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9717ED-0FD3-A112-E139-D837D9C8F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41633-8EA1-4DF8-87D9-011EFC5AC4F8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37F522-7956-D883-BB46-609961F48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80CFC6-0EA0-DDFA-833F-95E5F1447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BC15-03C9-4AE6-B5D9-312B1B254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8335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BA438-B4CD-A40F-EEF5-6BAA2D837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9E360-88D7-5552-45FD-010E089C6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4F732F-9498-63F7-F201-2A3B7C43B9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213E5-D54B-ED7B-EF28-0EEA848EE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C1CB6D-242F-5DC5-1F40-9BF0F24B87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95A7F56-6129-075A-8691-0C8412D32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41633-8EA1-4DF8-87D9-011EFC5AC4F8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68BD35-926E-F085-D324-8A7906036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4016AB-70DA-4205-30B0-CCE20DADB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BC15-03C9-4AE6-B5D9-312B1B254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435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6E089-4209-5AFE-0F92-8814AA680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0D8F81-DA23-7687-4F04-C860E3DFF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41633-8EA1-4DF8-87D9-011EFC5AC4F8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4E2FF9-6C8D-F103-FE20-1D80EEFEE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2D3ABF-1817-26A7-5DC5-65E72306F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BC15-03C9-4AE6-B5D9-312B1B254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768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8280E8-0791-05B8-94CF-AF823A748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41633-8EA1-4DF8-87D9-011EFC5AC4F8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A9DB8A-A20F-D321-2A96-50E547122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D5B321-6F9B-93F2-B585-BE2601BA1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BC15-03C9-4AE6-B5D9-312B1B254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399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617B3-152F-D97E-0017-2E0111968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A8DFD-2F2C-FF8B-DF03-901D62B39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1074CA-23E0-2304-CBBA-5356BD3BEE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18001C-73D4-8213-4265-7C2FEB7B1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41633-8EA1-4DF8-87D9-011EFC5AC4F8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6EB9B-C6A4-BB39-963A-1790D5890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2788D-8CCF-2CE4-9DD3-5BF30127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BC15-03C9-4AE6-B5D9-312B1B254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94000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0BEE7-65AD-9232-BC00-370807062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69E03F-53B8-E42E-380B-C2A3F4582C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443718-D0EA-8153-C820-55BC4AB6BD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DA3BD-CAF0-2540-8906-A2D30C835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41633-8EA1-4DF8-87D9-011EFC5AC4F8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A2120-9C4D-FCF3-6415-86A52D90A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CDB86-24FA-46B9-DAEE-9594C0325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BC15-03C9-4AE6-B5D9-312B1B254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393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51BCA-69E9-254B-FCE1-2B575E1E8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DDF964-C78C-4493-6E34-309A41C58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655DC-B8B7-94BA-D5C7-1944BC3F0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41633-8EA1-4DF8-87D9-011EFC5AC4F8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75B0C-4CF9-3EB8-7EAC-98239824E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2C5582-0D27-07C1-A5C0-44C61EFCC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BC15-03C9-4AE6-B5D9-312B1B254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438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913DF0-1795-4243-9249-24E0852B8F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4DEAE-4F17-13F3-5C37-316C433673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1364C-89E8-31C4-3461-CFFC47D7A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41633-8EA1-4DF8-87D9-011EFC5AC4F8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84F925-DE3B-A8D8-ACC7-BC9B8E5B2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D32F8-5F89-7604-F480-A074B3E6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3CBC15-03C9-4AE6-B5D9-312B1B254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311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B2C48B-7F91-A985-B7CF-55D48734C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6CA44-B13F-59DD-617B-6380C7FC2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6F684-A97A-B947-507F-D4183C2EFA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F41633-8EA1-4DF8-87D9-011EFC5AC4F8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B8B01-5AA2-9ED5-12CA-CB37DEEDD5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81B99-4AC5-586D-6666-208644D88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3CBC15-03C9-4AE6-B5D9-312B1B254B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0595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1F9D7-F8CA-4909-88E9-218E61336E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0E0DF4-C117-40A7-6B6D-54EA4B1863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178189-60C8-87C1-8DAB-B68FC22EE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044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01DA3-FBE8-EF55-BB5F-EDF9E8ED0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87B2F-0113-02BC-78A0-E17889F48B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34C546-8C50-D9DE-825D-798103DA4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529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94B5B-990E-057D-F60C-C23F84931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71738-E049-D4DE-5569-A3F24160B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447FEF-79ED-4B3B-02D4-A9CDB8E9C4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834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1A474-B0C1-AA5E-18AC-C8E5362A2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0C825-9279-2DEF-8187-6E45CFA61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1B0330-4AF6-3745-DB4A-120CCC98B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947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7EE0D-9D71-BAF0-BD8C-37D9259DE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D4B80-C781-9E37-7760-EB8DC9BB2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052D26-E779-48FF-7752-08246AE26F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78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F9C3F-C971-D0F5-0E9B-E05A4087D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5AD23-F5DE-948A-90FF-EA7510E95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0058DE-775C-5C35-1F8B-12D55A9B1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1877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54685-F457-7512-183F-3D34FB29F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4A853-A199-1240-D6BC-F37A59A0A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C28DE5-9B4A-B58A-5C2D-3A7DA6110E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895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79888-A6E9-7C80-54D0-12BBFE22A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8981AE-F0F2-3CC9-50DF-BF5BDB5F34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61BC2D-41E6-D87F-1DD9-1A0AA74B0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8411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76F3D-C1F5-CA50-B678-F14CF216E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FCB31-32E0-26C7-D159-981AAAD51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3269A-D0B6-1E9F-9A6A-EA83C9D0B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460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C789F-8D2A-FA2A-D626-B2485372B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2F967-59CF-7C86-E123-26E3A3F08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9512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1A0AE-68E1-FCB6-9A84-AB0771178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7DA39-2DC6-6AD9-5CA1-7051AAD33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960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6E24C-1C80-94C8-5E7C-CCBB36643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4CF1D-4B9D-F059-65B7-10E8C5312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6886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3DC9-2DDC-ADDB-DF89-A1981E2DB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4282E-7631-491A-564C-5D931324A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5110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3FC016-B808-1A4F-E1B3-0A856C52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415D9-6DDA-1F7D-2154-A12875D1B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6927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DEC19-E7E3-F81D-0A23-A859750AC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B15BE-7EB8-7D0C-93ED-7BAC88075E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1279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A56AA-F533-9D59-8AB2-71FA2F2DC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E65179-9B57-25F1-CFCE-A4994C617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392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B3579-2EB1-CBBE-498F-7F221B099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33B8D-F18E-DB8D-6420-6653C59CD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06372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5A707-5CFF-3DB4-765C-921B024E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33A5B-8656-343A-6A13-6AC83FB39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777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F187D-E079-2615-5461-88E5A5D48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2C420-A4E9-C30A-55C7-03EA7AC335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128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F190C-8B87-CEE4-5CE5-B74E75F14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F9C00-0C64-61B0-47FC-A64A8905C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3335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4E4C1-E49C-0128-B621-59DDA03D5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8BB6C-7007-0991-9E31-8A10AA89E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8830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781B3-91AA-CC25-2D72-FBEE425F4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07483-6104-883C-F93A-968818503F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47554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174BC5-D7AC-A202-B506-B01EAF998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9AF69-86C4-1A2C-32F6-361A9543D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272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2C5E3-53ED-663E-2B16-7E8849A4A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188D6-4D94-2730-D165-E0276D0254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4316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000DC-2944-EE37-31C6-6B79131EB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5341FC-5AB2-4294-E570-5F3374B9C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97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54609-111C-5D86-9F51-A98510011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8D840-B66F-45C5-41A0-FA6AC44A2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4476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2A4A4-DC55-1D38-7B8F-CFED02BF4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0422F6-2344-9EE1-11CB-D8F712792A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7331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E949F-EA2F-503C-F19B-3E33F9C8E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8156A-E18D-E613-A96A-AAEC72F2D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13097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0D2F0-6CDA-4053-4787-EB2421F74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6B9E85-ADF9-E4EF-98AD-75E8ECC02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426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B948-E885-1867-EE46-752BF06BC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EAA83-85A8-CBB6-6D65-A2BD6B98C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723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0</Words>
  <Application>Microsoft Office PowerPoint</Application>
  <PresentationFormat>Widescreen</PresentationFormat>
  <Paragraphs>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BHUVANESWARI D</dc:creator>
  <cp:lastModifiedBy>BHUVANESWARI D</cp:lastModifiedBy>
  <cp:revision>2</cp:revision>
  <dcterms:created xsi:type="dcterms:W3CDTF">2025-12-29T06:09:11Z</dcterms:created>
  <dcterms:modified xsi:type="dcterms:W3CDTF">2025-12-29T08:16:57Z</dcterms:modified>
</cp:coreProperties>
</file>