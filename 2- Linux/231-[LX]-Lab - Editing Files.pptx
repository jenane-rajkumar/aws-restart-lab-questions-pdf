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5802-05B9-1ABB-5892-332C79885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3A5CB-09B4-4801-3B48-F2ED3CB79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0D74D-8F48-D0A8-C8D3-5A575DFF9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760DD-2CE8-B7B7-8267-1804DA83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B70CC-CF13-BD79-D557-E47386C5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13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42234-894C-EAC2-5A12-3D5E08482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18826-1279-88CF-F0E4-12F639B69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09AC-30B3-77E2-0015-2A2F9BD16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57315-1DE2-C284-FE58-FBC377BD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FA6B3-5536-43A2-6FC0-2001D023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22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8E6D-566C-1FF1-71F6-2694B2DE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58EC7-5FAA-1B88-C820-A8ED4EDEC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3D904-3096-D309-A0A8-9794D9DF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4341F-C8E5-C419-7575-0979179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31FFF-7E13-E4DA-8165-DBEBEBFA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0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69EF-9E43-6850-6BD0-AD7595CBD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478C-87AE-5D85-8638-5E25EAE5D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14CB7-9E8B-2712-841A-57571C88C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5D781-A7AA-E57B-AC98-CA98626F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4F9A2-4F25-EBDF-4DE0-A5AC2DFE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AC03F-FC9A-6E8D-3068-D001E026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727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68E4-208D-3A52-5412-F95AF1AB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B45A9-55BC-2DE3-6255-3D9231DBF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875D1-95D8-81B1-773E-E13B9092E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88628-1BF3-4D86-D7B0-39D494936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7DC0B-A5EF-354E-3EF7-A0C31E929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7C222-073F-598B-E78A-4C66D579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96B294-B16A-64D8-8A11-0A2E5726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7523D-2FE3-8494-B4C6-AAD74067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0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C41D-3E97-76C5-D294-7A97CBE2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9B4B5-C8B4-28DD-FCAD-87DAEB86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FDB01-37DC-7303-F48A-D4B127C0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6AAE5-2CBB-D0AD-276C-E2677F66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83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50CE4-B390-A5D8-4DD4-714F3F1B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4514EC-B97E-4987-B850-5125EABF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056F3-0BA9-9390-DEA5-C790A1DF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87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A8BC-74C6-BDC9-7271-1D4DE42C4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9422E-AD4A-E613-388C-02A9F7EF2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191D5-6BE9-88E8-A643-3C0889119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C06DE-85DC-E52F-3488-67507219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99302-4914-0C67-63F3-31D962C2B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0606D-9729-F9FE-7251-E325C118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37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4D14-C095-4E83-8CE9-A70C02B6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31D5F-1D7D-BD95-7C40-FC21F4E6B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2DDBC-7D67-76AD-8D37-BACF27E3F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BEAA7-17E6-0FD5-BA12-92D932E5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728FE-9FE8-6907-FBAF-14E97469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5458A-FDCE-83C5-2770-3403764F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95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8BFE-53DC-09E9-92AC-D38C0A96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586D1-C8FE-ECC6-93D4-4E88ABA94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72D73-C220-2DB6-50D0-C41F10B1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86444-F714-1801-DF97-EA74F8CC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446FA-995C-2B0D-8B6A-231F26F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8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D7826-D594-CBC2-028F-2D51A6671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A6AE1-3987-5E5E-CEE2-9A9F2E2B8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3F40-2E59-A897-BE8E-4BEC6D82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AA01-7E2F-349B-299B-E7292FCC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7999-802D-15D9-D277-76C4A550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317D40-270C-D8B9-F922-AF2BA0BF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BCD4D-E5EA-4BC9-F10D-07164BED7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9475D-C211-7D8E-9EE8-CC6C0B5B5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19E7C-D7A5-41D5-8C04-D8B0E2D27AFE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3D89F-55D1-4B35-664E-0C36CA787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9D21-C612-B3E7-917D-89B2EDB1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2C07C-06CF-4AC5-B4CA-172335CD6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65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4822-B5EB-C6DC-2058-4F2EE67DA8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11E4E-C0F8-FF07-1A77-62FDA8EE8A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56A9E-C4E5-07E4-A3A2-FFA7822F0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1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8B50-7886-6C53-7FFB-DB261D5B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8A678-6681-69F2-4E51-5FC6C117A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BC458-E1F0-D014-5B17-9AFB45C97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2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52DD-B468-A1EA-0275-CB6CE9C2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4B940-8BC5-9F4A-1ED7-B5B2BFEFE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05BC0-6F25-C43D-50A3-54A4D050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1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376A-FB1F-C59F-0054-DDC8CCD2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12E2-4C41-B0B1-F114-956CB588C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EEB70-6FAE-A1E5-8F31-E5DEEFD1A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3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B9B7-DA93-B942-71C1-0C24CCF4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3A0B2-67BF-8044-BC1C-DE2A993F8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75F70-338A-3004-6FCE-492A3983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8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8B82-2463-5C7B-340E-32FA2E5D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9736E-2CD7-B1BE-57A7-1E7327E87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07AE0-DB49-9541-F2ED-3E49808A8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652" y="21631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0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0D2B-712A-956D-7F63-6D7FEDD1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3C582-72FD-6E0C-E916-AF597DA0B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7777B-0E25-22E6-E77F-A4FBDBF6B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16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47FF-7996-75E4-42D3-32B72879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5117-7294-E749-3BCF-2A13BFB4A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1D1A1-8B1D-869E-35F2-B133E7628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41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5012-9086-16C2-41E9-86922FE1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7D2A9-22F9-76E1-F2CC-7511014B2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9B7B6-66AC-FB69-ABA5-3B7A144C8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23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1E7DD-D2B1-B0B6-1420-7EABA5F1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282EE-46FD-068B-11C0-255AF40C2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9A378-FAAC-DEBC-EACA-901548DEE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02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E99D-7BE0-5270-93FF-4E6C1B4C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EB82-3699-1155-F1CA-A20B3D17A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21F9F-35C4-F642-3C69-1CB7E33B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22FB-6CE1-A261-EDFB-3388905D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C99E4-FB7A-B97E-2DE6-4337F1C6A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E8E57-9CBE-B1A6-8613-ED50B03E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63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4FC7-AEF4-9C3C-48A0-4294D753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4EEB4-7B21-F3C4-5475-1CD23D74C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118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C84C-BB7E-B7D0-D84B-9D7CCDB2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9EA88-BE0B-805E-00F2-26701DAED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003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3E156-0A4E-E73F-0951-EFE90424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F288A-52A1-C90A-19EA-94D8AFE1B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992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06B3-6FCF-7804-BF10-233B823B2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EE40-C218-7B32-7347-81ADEC986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32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BHUVANESWARI D</dc:creator>
  <cp:lastModifiedBy>BHUVANESWARI D</cp:lastModifiedBy>
  <cp:revision>2</cp:revision>
  <dcterms:created xsi:type="dcterms:W3CDTF">2025-12-29T10:10:41Z</dcterms:created>
  <dcterms:modified xsi:type="dcterms:W3CDTF">2025-12-29T10:29:53Z</dcterms:modified>
</cp:coreProperties>
</file>