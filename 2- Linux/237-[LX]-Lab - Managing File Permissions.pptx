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E638-CA35-288F-227D-0DF12FF8E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30138-52EB-CCD8-FC24-3CCCE362D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C6902-227C-6AE4-BBB2-A134EDFAF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DEA3-8F25-7A97-1469-453497A3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E361D-FCCA-CB18-DA3A-9FFE06FCF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607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48E4-CDC6-2EFA-BDF0-AD7F894D5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754C0-8105-F6B7-80EE-5FBE0D9A7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F2CC9-5D95-B592-C291-F1BA16FC1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BDD03-7085-88C2-59F1-BC8586E5E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4DA55-DB60-FC30-9E25-3950F1CB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58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30209-7EC2-B74E-6B9C-C67C3218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112AE-F366-7382-DF1E-3C27629E4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A8E2-5855-C5CF-C4DD-3447C15E7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87BA0-E305-48DC-BFF7-935E5D67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37D4B-7ADF-9C88-74D9-F006B6FEB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165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B2FC-EF5E-338B-F5DB-CE660BBA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CE6A3-6569-B3E2-86F5-EE264DA81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FC5335-D9E4-6B84-8F5F-D16956611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CB4E4-EC9E-6C53-F87C-307CFA8D3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CC624-3BEA-DEA3-F833-AE93EE88F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544D5-AF8B-BF12-A522-C37B38332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273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DFA5-02A6-4E39-D152-9AB37A9C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015D8-515A-46B6-8E18-E0C1BEB4F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006E8-140F-05A4-3AFB-946012F01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8A075-E848-60BF-5C9E-7EAEBAF44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903C57-1728-0501-D937-01778B7BE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488D2C-8872-5599-EF9E-916E5AFAC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A619B2-FA6D-DFFB-67F6-7B2A9B51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94AAB5-4F29-5705-5DEF-84040C3B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36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6E57-2257-5F3D-C2B0-25EB7F439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33E656-BD94-A8E6-A1DE-084DCDE7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0BC13-8C36-BF8F-852D-3A66217E5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25ABB-D9C8-7965-2C24-1911461C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98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908B5-E7A5-E61B-4D78-E38B3308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882531-1397-97C7-EE36-3B53829C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9E156-3647-9E77-8AAD-5E963444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042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2DB50-4999-EF5E-E910-89A22F290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1E74E-9EA8-2063-36BE-23662AE83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F88EB4-C2F4-88D7-985D-28D9F1BD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F11B0-BF2C-1F63-186B-5C67CA953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02C9D-86F4-9910-3C44-60242A6A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FB424-81CA-8D7F-34DF-35444F734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23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C85C7-26DA-8AE6-A0EB-BA45D82C2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83B1F0-5A44-947E-53BC-E43EDE766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5EFE9-0320-A339-E1B0-B6C4D971B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CD498-6C13-E022-3CE7-68FEBC7F5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F0BEC-81CA-4213-6771-25156D74A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E20E5-24A3-8625-5E5C-909FE8D0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309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7B1EE-FCEF-7A9F-85B5-FEFA114E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415E8-1FC0-72CB-5780-CC3F72173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4FC65-55F5-F005-1C02-0A7DB74E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B58A7-27AB-BBB5-4632-0EF4E9A5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0A01F-499C-AF8B-B3F8-4E60DBC2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35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1AC85-A415-6DD2-B8E5-347F0FA36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FDEE0-DBF7-5F97-9E85-1C50EDE64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F1470-01B3-8B7A-F98F-49A1B061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16BED-62F9-2D64-41BC-5924E305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FB83E-E5B4-FD04-5650-18C4E07C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99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0FE12-B43E-6DCF-4048-4603A71F5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D8C93-015F-BBC3-31F2-F27107438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054D9-1CB7-8ADC-AB97-665F38FED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04343B-6D1A-41FC-B922-B7919568839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2E5C0-C7BA-168D-0702-10FED4E01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35D24-8ABF-B5DB-2273-73E2ACB4E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B4724-B185-4C0C-A0B0-B3D8B0F1F9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79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D9DB-F86E-9033-7960-12383DE26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9B932-240D-55C9-6A7B-34AD698CA4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0E34F9-19D1-E9D6-370A-7CAA0FDF7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1BF32-8A5E-AB6B-827D-59EB1253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8C76F-E16F-2081-BEFE-7AED07FBB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3ECEB-E7D1-A1E0-08E6-97F3CCEEA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50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8D69-4D13-0798-A7FF-B843A032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87D2F-0A06-44A8-AF40-9B481FE78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FA0D7-F1BA-BC3C-60E2-DAC3D0B8F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1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6FB8-2B16-AA5D-2666-4C51C1C33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217BA-2FF2-2AF1-A71D-90F96F57B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B0EC1-FC91-C37A-7497-2F248BDA0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71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76A4C-09CE-8120-9ADB-E2F03191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9FDDB-3E39-5B82-92BD-511FEFF34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D68B55-8A22-9B4E-7A4D-78393B178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843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FE5E0-283B-E9DA-90B6-BE81324A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4B6D0-3596-D173-82DF-69438E195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1CB90-13A7-7B63-711D-07455DBBA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98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89EB-5080-2146-9EE0-22378B93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C9BC2-EB68-F482-D0ED-1F1EBCF9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CAFEF-2BB0-2ABB-3F47-9837AEA84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57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5686-10AE-4DB8-1C01-7DC0A80A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318E5-F476-8E93-ECA7-70D093FEA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E9B18-AF59-345E-95E5-EA0994497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85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6FF7-256E-2F80-9852-D09C2F198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0C7ED-D815-94D0-AFC9-C0E8093DA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441C7-CF67-A5E2-0EB0-7738D0108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59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AA9F-BC7F-74E2-0176-BC1F8E9C8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FF9E0-D2A1-D497-72E8-7FA30B0F0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B00FB-8CF9-1010-5545-E53982189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021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D045D-C9B9-FBBD-2057-44DBE6C0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1C864-7F83-14E3-60BB-C920F567B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B3895-37EB-CE91-F79D-AAEDBA2FC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90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3F613-099B-2B06-0082-E60B5A34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3BCF7-280D-F420-CF8E-F77C10907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239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E3575-1796-E3D2-D66B-17E8C3C7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706DE-6CC2-5A8A-A9D4-0843E5F7C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47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B9A3-169A-7162-73BD-16FEA63D1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DC97-1954-0FDB-E73E-12FD40BB1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04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BHUVANESWARI D</dc:creator>
  <cp:lastModifiedBy>BHUVANESWARI D</cp:lastModifiedBy>
  <cp:revision>8</cp:revision>
  <dcterms:created xsi:type="dcterms:W3CDTF">2025-12-30T05:31:06Z</dcterms:created>
  <dcterms:modified xsi:type="dcterms:W3CDTF">2025-12-30T05:37:35Z</dcterms:modified>
</cp:coreProperties>
</file>