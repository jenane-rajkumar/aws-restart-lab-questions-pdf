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0A97-F7C5-5150-AD4B-7619620F2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8ECED-3DC9-4BAB-33D0-0C02A97C2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E64A4-88A9-63A8-6268-8813EAD3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852B8-4348-E9F8-FA46-2EB2FF71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44061-AB26-6B93-8BBF-D174DAA0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7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04E5-CF7D-000A-23FB-D511B280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6ADFF-04FF-DB16-9FD7-38CF9F68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B260F-8B47-701C-9DAE-777E5A02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7E4E3-E2AD-9362-8D65-25B252AE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C204-903C-1321-3850-3344CBF0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46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FF81-BF07-48F1-1F1C-8D916029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86BCC-4E32-3CCA-BCFC-579605FA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602B-3CCD-0065-4D5F-C1DC47B1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D3430-47D6-9058-3A96-3BC0BBD2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8743-1B33-131C-F1E1-137DF0E0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29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9677-BC5C-F2DF-7C2F-64F6E77D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3DFF3-D148-01A3-036A-20E8C3E30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7A03-3221-BCE3-4D8D-5E2C0DFF9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BB561-B7B3-0BFD-5696-6091E483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9F7D5-16C3-34C1-EF24-D0584B53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1A078-4AAB-7736-DDC3-1C4705E0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84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AEDA-C96E-477D-D36D-A9D6185FF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33FDB-7C13-5810-800F-86D4A1DBD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B6CC8-8627-7C6F-FFFC-C84E83006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B370D-22D9-473B-E455-01240314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F7458-21CF-06FB-8B78-3070D424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8BA27-3F1C-F3DF-EB3B-55BE4B97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6E9B9-4693-A477-F357-A9B43294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58AD5-18DF-F7AF-46B7-0FB70A38B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8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97B9-A3BB-DFA1-4F85-C396276D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D5342-36E8-785B-7F5D-D242106D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DDB78-FD36-CDBB-5A29-06D2514B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B7274-985D-2091-9358-1DB7FC27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2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CD35B-C69F-BAF9-C662-03874872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30A50-E232-4162-D93E-01674E67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A40DF-51BC-D81F-1E77-736A9816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1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4D09-ACB2-5736-E0B7-BC1D416A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14024-1B00-F828-77B9-88CB57F3F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70D6B-B81B-43A8-212A-0DA1BB98C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59A00-A5D3-AEF1-3077-6D39681E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66953-915E-E30B-81A6-1C351934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D4D05-5735-7075-BE6B-9763FE8D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61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A5F9-A92B-AC1A-9E1F-D48454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DA2-44BF-A531-6E36-D695248CA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0BEA1-3AE5-3015-364B-561DCC932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DC46-A8E2-E1E6-0AB1-316031DD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AA696-725C-FB10-BF54-351E5730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B19F0-DE11-32EE-C9C2-133BC167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27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8676-5E80-0207-543F-6DE5A3B8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71705-E881-0E29-4F96-A668C44F9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FBB99-A4F6-A4E5-7C9A-4EB6F66B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8510-B31C-39A6-531F-36FD9E73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43EE7-BCB8-4044-FB72-DD688BE6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0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F2A5E-644E-B5EA-EE54-1FDB244A6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3964-C112-A456-9A0A-D45806462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9DF22-4139-77BB-7DCF-924DB686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B3996-053F-082A-EC69-FC28DCA53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A76D-2CE3-6B3E-0A46-0E2E3695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22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08F2D-5356-7AA3-8950-4EE97F97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7F995-FC84-A6B6-A6CA-F82A8680E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9CBF6-56E6-8540-9DAC-58BDC183A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862C5-38C8-4113-9E6A-2BB35AA8629F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BE70-BD2D-DA29-E718-A997594FF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CDD5-3A05-7C8F-DB93-E6EFCF5B8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87395-1BCF-4AC9-A346-5FAAC7DDB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69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75FB-C3CB-638C-4256-DB000FF8E1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4A64B-B475-50F3-54CA-B9C106037B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3C4F5-8879-B60A-C568-645058C9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6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784B-EB03-30A2-F358-A9FC6294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46D9-0798-A1F3-B150-D6C9F48F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1A42A-0A03-FAFA-FEF5-BAD083B1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3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B6F0-6472-B972-15B0-31893CE0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F488-5898-EC70-8721-8601FAEE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423E2-61F8-9188-D686-FEC395014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3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9F4B-F733-BEAA-4A2A-230E31F4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C3FC-2288-C102-EB16-7AF7A954C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3A5CE-56F0-6376-7194-07CF2B447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5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0910-E06D-B6BF-275C-F113DBD2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E92FD-8BD2-C4E4-B6CA-92F279676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70F2C-FF14-6118-EB33-65A91878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5174-C638-9FFA-2E3B-689DB020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6B0A-BEF8-BA54-1326-A0F3DB8F2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C98C-DDD7-4A26-A316-56AFA317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2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AAE-21A4-0E68-ACDC-DA7A532F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F084E-8FC7-81D4-D433-E4A89492E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8E1F6-B3B6-24CB-CEDC-7C2AE90F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5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7E3C-2A0B-A8B7-4A8E-D8CF5710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29F83-F7A7-18C7-8400-19D9BF015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B49D9-B706-C367-B19B-1A34F0A75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8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1A89-84C3-26CB-13E6-65CA77FD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B0A18-1233-842B-AA88-B0C53453A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1CE63-A685-B047-EB9D-D72FA504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0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E1BF-5549-6D8B-FC11-B1569970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5A822-A7AC-D3AB-04BD-483FF496F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D5168-7938-BC5F-691E-9DA8EC46A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6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A68F-65C5-555C-23D8-8A7122B3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0A171-203C-71DC-B0F1-731502FE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3A49A-1EC1-BE92-C8BA-D97317AB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63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6F61-9EFB-C8B6-F3FE-F650391C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9A4F-B302-9AAB-6A6D-50667F80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4F5BE-D7CD-8F11-CB26-AFF472805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4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0EE2-96D9-CD1A-7A8C-EC164021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F69DE-9E6F-44F2-D5F7-A22AD2AE6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8F525-72A4-65EA-6B0D-94F9EA95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6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10</cp:revision>
  <dcterms:created xsi:type="dcterms:W3CDTF">2025-12-30T06:27:18Z</dcterms:created>
  <dcterms:modified xsi:type="dcterms:W3CDTF">2025-12-30T06:40:58Z</dcterms:modified>
</cp:coreProperties>
</file>