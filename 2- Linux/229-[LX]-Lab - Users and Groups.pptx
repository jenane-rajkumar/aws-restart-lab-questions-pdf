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57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4A152-F5AE-A24F-83D5-DF6DF1266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87656B9-EB54-B104-8CF7-C24D78574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47223A-FBA6-B357-2D5C-182174E6E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E471EF-9C80-3E15-5F67-9047D368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ED9FB-784E-EACC-05BB-0C3BA180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20834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94339-141A-A853-FDC1-098C9C2B6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5B2A7-E6CC-FA7B-41BF-A056D0AEF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8D57FE-D8F6-FDDA-0031-80C6CB03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84BA8-1B59-BE23-E675-EB0E7055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655E8-C759-7BCC-0A6F-9B23550E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9368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5C29C-97CB-CFAB-E046-95935E07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FDECB9-0C7E-90E8-6C80-193652688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E01D1-0611-073F-253B-AC192FDE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C22C1F-CE65-0EB4-6539-1081794F9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7EDA5-15B6-2C18-0CC9-339378826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11059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0B92F-357F-28E8-E6F4-A1774ECE69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C3008-E975-B51A-C1E3-C5635A77C6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1696CA-E9D8-84EA-2C91-ADC81CFDA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1BF8F-2B9B-FBD1-B4EC-584ACC0E2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35C479-970B-2DAE-414B-353D940B4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1DCD36-501A-50AC-DCAF-BEA130EB3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2562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37316-5407-25E0-7354-5425D295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C2CD01-86A4-D18E-E29A-46DF505AD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DBD305-CCE7-A9C8-0D2D-6CB1E96DA4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A5C437B-A6DA-E61F-AC3F-AE4BCBC1C9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D9665E-40B2-0886-7206-6452777785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1559BA-2E5D-737B-FF4E-46B32CBB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9452E5-AD01-D8A8-FFB1-792CCA00A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D8B058-924B-AA3B-8660-528291232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8883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E9EDB-7EA6-14EC-C9C9-EAE007997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307196-DD62-C447-F3D6-F5B284414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9A984B-CFB1-EC7D-2860-FCE4CDCED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F5C24-C2A4-9537-3499-C327AE785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361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59F7C9-E472-2AA3-5B3E-CFB6D58587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6D5062-284E-D3C4-0088-111412ACD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02426D-CE2D-E7AC-5CB5-9BDB0DF0E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8806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1705-FC2A-4659-6E17-5C6751A2E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E5DDD-FAB3-27E4-6909-08D1E49F6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77A5BA-BFF2-45F1-A29E-5DA1FBF56C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12629-A714-67CD-F807-A24C14FD7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F07A5-47E0-6AEE-7F10-8B31532B3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3044A0-CF65-220E-4401-EB61CD1EF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5470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E0072-5A8C-F53E-D33A-5FAE7CD7C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BC54A5-3877-69E6-3C7E-92E8156EE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97F74F-1B69-A5AC-47F0-99519BA0D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0046D-744E-E201-481B-97275F1EF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A517F-46CE-5FB0-782D-CE0DEFF5D3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FAC825-1391-D7E5-F3E7-0AD3B228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075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6B780-5428-A0A4-B5A3-07E676F3D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87BABF-254C-1052-6172-4A189ED9A4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859493-FD70-EB37-C72E-4172E6C53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6A568-D8CB-201A-629A-AB09D88DB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4A2E8-3336-2EB3-ADB5-62A31D075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7648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5A71BC-8626-8FA8-C5DE-B1B70AA7BD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31257-29CF-673B-74C0-5CC2A64BD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7D4FF5-45A1-FF48-3D1B-C58AD62D6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6B4A2-2077-0775-3FA6-D4A17A0D9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56760-9878-2B8B-31D5-7367CBD9C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619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4E5D37F-A612-C873-5F47-562372256F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97E9ED-EC5B-E089-A671-B4BD6DC816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A1A48D-9359-87C7-F562-6D80C0F0F9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A74C3-2876-45C5-9174-2B4638F14559}" type="datetimeFigureOut">
              <a:rPr lang="en-IN" smtClean="0"/>
              <a:t>29-12-2025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4AA9C1-D1E7-90B4-02D4-0D446573B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E90321-BC2E-FEF2-87AD-1162CCECB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76C2E-F67A-4163-B855-27103FB9E92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242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8958D-5257-312B-0285-40371A980F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51652A-F2E9-3D80-29F2-D8376C49E0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73D27A-18D8-6D28-8483-54851DF31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1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8C588-CCEA-20E1-26FE-AFAA70CD2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C378B-2144-4B6A-CC12-D33E2293D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C4D7CF-8691-371C-5066-B639D5598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76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3A8DC-D3EE-A664-4ECB-1E7B1F3A301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EE8BF0-9B1B-213D-09EF-DE05699E8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90798BE-4CB4-DDC5-7EA6-64087009B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332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B455F-CF86-5DFF-AB0E-7D85B0565C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D2EB13-DE0A-0AA8-18BD-E30EF86E3B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518A1E-D267-FA81-15F1-9B783BFF8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683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0791F-2D9B-D290-8D54-4C63FC6E69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2BA18-696D-9DF6-31EF-99BFFA4F9E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3F5702-F1B8-B0F0-E161-950C731B8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6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CCF2E-747A-4897-2746-F2B547F287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275E7C-D1D6-4E2E-BADE-13B19798E6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CC8940-1D45-935D-9D98-00A8012BF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582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6E1EA-8F15-E137-0BC3-6C69D885F2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085CC-F024-AC05-DD7F-50B458D53CF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649CBC-779A-5F97-7CF0-B66FF0C06D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108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155D-81CE-14AD-7BA5-29A16591B7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D2989-3408-5525-5863-A68231FE61D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C21E5F-B03D-2B6C-943A-D07B2D856A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7876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EE188-FF76-639C-A74F-7A544A1D2B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C0B715-5DA7-E575-9CA6-7878E441B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EE32E5-C628-C5AD-E918-18E1DEF7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474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3B30-D191-83F6-A4CF-F51DC735F5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ACF9B0-5496-ABD3-AC55-CF9DD2DC26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8D4D4F-C549-BAF7-455B-90A53465E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87698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F99D9-D5DE-9CF5-8706-88842C76A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5B804-2F8F-BDF3-150D-26E219A75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647660-A0EF-B632-485B-A3E1DA91A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487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7610E-FCC3-A2B9-3D5C-34B02F2AF4D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1E89AA-9A20-CCD4-6816-3EEC221AB1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20F1D3-1971-3189-E3A0-CFCAD28E12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1323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6280D-B329-E176-683A-5ED5C0D54F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910AE9-27DF-3599-CB11-58CC53CC9E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BAB4B4-DED1-BC15-36A0-B2273BD4A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171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D320-D251-2B7E-65F8-B4F312D265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3B494-CE73-E2FA-B0A7-FB86F1A179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1C12CD-38A1-96D4-7AF8-9482A1F69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307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BHUVANESWARI D</dc:creator>
  <cp:lastModifiedBy>BHUVANESWARI D</cp:lastModifiedBy>
  <cp:revision>3</cp:revision>
  <dcterms:created xsi:type="dcterms:W3CDTF">2025-12-29T08:05:02Z</dcterms:created>
  <dcterms:modified xsi:type="dcterms:W3CDTF">2025-12-29T08:17:14Z</dcterms:modified>
</cp:coreProperties>
</file>